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6" autoAdjust="0"/>
    <p:restoredTop sz="94660"/>
  </p:normalViewPr>
  <p:slideViewPr>
    <p:cSldViewPr snapToGrid="0">
      <p:cViewPr varScale="1">
        <p:scale>
          <a:sx n="76" d="100"/>
          <a:sy n="76" d="100"/>
        </p:scale>
        <p:origin x="53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3468-3868-4B66-ABD7-3B7D6DBAD4D4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3AE2-182C-4349-B737-2751BC7480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12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3468-3868-4B66-ABD7-3B7D6DBAD4D4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3AE2-182C-4349-B737-2751BC7480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518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3468-3868-4B66-ABD7-3B7D6DBAD4D4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3AE2-182C-4349-B737-2751BC7480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381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3468-3868-4B66-ABD7-3B7D6DBAD4D4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3AE2-182C-4349-B737-2751BC7480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40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3468-3868-4B66-ABD7-3B7D6DBAD4D4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3AE2-182C-4349-B737-2751BC7480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910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3468-3868-4B66-ABD7-3B7D6DBAD4D4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3AE2-182C-4349-B737-2751BC7480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120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3468-3868-4B66-ABD7-3B7D6DBAD4D4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3AE2-182C-4349-B737-2751BC7480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546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3468-3868-4B66-ABD7-3B7D6DBAD4D4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3AE2-182C-4349-B737-2751BC7480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982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3468-3868-4B66-ABD7-3B7D6DBAD4D4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3AE2-182C-4349-B737-2751BC7480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5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3468-3868-4B66-ABD7-3B7D6DBAD4D4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3AE2-182C-4349-B737-2751BC7480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3468-3868-4B66-ABD7-3B7D6DBAD4D4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3AE2-182C-4349-B737-2751BC7480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027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D3468-3868-4B66-ABD7-3B7D6DBAD4D4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03AE2-182C-4349-B737-2751BC7480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7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121"/>
            <a:ext cx="12192000" cy="664375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519" y="206569"/>
            <a:ext cx="4068038" cy="1173472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144111" y="5144756"/>
            <a:ext cx="1654544" cy="1209236"/>
            <a:chOff x="-110532" y="537587"/>
            <a:chExt cx="4876800" cy="3475038"/>
          </a:xfrm>
        </p:grpSpPr>
        <p:pic>
          <p:nvPicPr>
            <p:cNvPr id="6" name="_x245526048" descr="EMB0000406c19b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0532" y="537587"/>
              <a:ext cx="4876800" cy="3475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직사각형 6"/>
            <p:cNvSpPr/>
            <p:nvPr/>
          </p:nvSpPr>
          <p:spPr>
            <a:xfrm rot="19946571">
              <a:off x="3766594" y="2502173"/>
              <a:ext cx="73930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altLang="ko-KR" sz="1400" b="1" kern="0" dirty="0">
                  <a:solidFill>
                    <a:srgbClr val="5C4600"/>
                  </a:solidFill>
                  <a:latin typeface="Gabriola" panose="04040605051002020D02" pitchFamily="82" charset="0"/>
                </a:rPr>
                <a:t>Since 2023</a:t>
              </a:r>
              <a:endParaRPr lang="ko-KR" altLang="en-US" sz="1400" dirty="0">
                <a:solidFill>
                  <a:srgbClr val="5C4600"/>
                </a:solidFill>
                <a:latin typeface="Gabriola" panose="04040605051002020D02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5518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Gabriola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mokim</dc:creator>
  <cp:lastModifiedBy>mokim</cp:lastModifiedBy>
  <cp:revision>1</cp:revision>
  <dcterms:created xsi:type="dcterms:W3CDTF">2026-04-10T05:40:28Z</dcterms:created>
  <dcterms:modified xsi:type="dcterms:W3CDTF">2026-04-10T05:43:44Z</dcterms:modified>
</cp:coreProperties>
</file>