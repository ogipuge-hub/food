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6" autoAdjust="0"/>
    <p:restoredTop sz="94660"/>
  </p:normalViewPr>
  <p:slideViewPr>
    <p:cSldViewPr snapToGrid="0">
      <p:cViewPr varScale="1">
        <p:scale>
          <a:sx n="76" d="100"/>
          <a:sy n="76" d="100"/>
        </p:scale>
        <p:origin x="53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7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2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498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251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71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09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41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90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91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83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B3EF2-2951-4546-8D18-A93F368985FE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1E5DF-84FC-4CF6-8194-6EC9D424F2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41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6" t="3705" r="8718" b="926"/>
          <a:stretch/>
        </p:blipFill>
        <p:spPr>
          <a:xfrm>
            <a:off x="3423825" y="697393"/>
            <a:ext cx="5187613" cy="537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07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mokim</dc:creator>
  <cp:lastModifiedBy>mokim</cp:lastModifiedBy>
  <cp:revision>1</cp:revision>
  <dcterms:created xsi:type="dcterms:W3CDTF">2026-04-10T03:51:12Z</dcterms:created>
  <dcterms:modified xsi:type="dcterms:W3CDTF">2026-04-10T03:51:23Z</dcterms:modified>
</cp:coreProperties>
</file>