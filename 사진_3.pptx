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6" autoAdjust="0"/>
    <p:restoredTop sz="94660"/>
  </p:normalViewPr>
  <p:slideViewPr>
    <p:cSldViewPr snapToGrid="0">
      <p:cViewPr varScale="1">
        <p:scale>
          <a:sx n="76" d="100"/>
          <a:sy n="76" d="100"/>
        </p:scale>
        <p:origin x="53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370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10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30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776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590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4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784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190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52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15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07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1EB4D-8176-497D-9DCC-B370563D41BD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0AF90-B44F-4AFF-BB31-F9886F8A49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33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296244" y="1778558"/>
            <a:ext cx="2210638" cy="2589073"/>
            <a:chOff x="659819" y="1434223"/>
            <a:chExt cx="3140021" cy="3845395"/>
          </a:xfrm>
        </p:grpSpPr>
        <p:pic>
          <p:nvPicPr>
            <p:cNvPr id="5" name="_x483302208" descr="EMB000059f4318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819" y="1434223"/>
              <a:ext cx="3140021" cy="3845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1860176" y="4820929"/>
              <a:ext cx="73930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ko-KR" sz="1400" b="1" kern="0" dirty="0">
                  <a:solidFill>
                    <a:srgbClr val="5C4600"/>
                  </a:solidFill>
                  <a:latin typeface="Gabriola" panose="04040605051002020D02" pitchFamily="82" charset="0"/>
                </a:rPr>
                <a:t>Since 2023</a:t>
              </a:r>
              <a:endParaRPr lang="ko-KR" altLang="en-US" sz="1400" dirty="0">
                <a:solidFill>
                  <a:srgbClr val="5C4600"/>
                </a:solidFill>
                <a:latin typeface="Gabriola" panose="04040605051002020D02" pitchFamily="82" charset="0"/>
              </a:endParaRPr>
            </a:p>
          </p:txBody>
        </p:sp>
      </p:grpSp>
      <p:sp>
        <p:nvSpPr>
          <p:cNvPr id="7" name="직사각형 6"/>
          <p:cNvSpPr/>
          <p:nvPr/>
        </p:nvSpPr>
        <p:spPr>
          <a:xfrm>
            <a:off x="3366204" y="2403975"/>
            <a:ext cx="7462299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500" b="1" dirty="0" err="1" smtClean="0">
                <a:solidFill>
                  <a:srgbClr val="5C46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식문화뱅크</a:t>
            </a:r>
            <a:endParaRPr lang="ko-KR" altLang="en-US" sz="11500" b="1" dirty="0">
              <a:solidFill>
                <a:srgbClr val="5C46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526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에스코어 드림 5 Medium</vt:lpstr>
      <vt:lpstr>Arial</vt:lpstr>
      <vt:lpstr>Gabriola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mokim</dc:creator>
  <cp:lastModifiedBy>mokim</cp:lastModifiedBy>
  <cp:revision>1</cp:revision>
  <dcterms:created xsi:type="dcterms:W3CDTF">2026-04-10T05:14:34Z</dcterms:created>
  <dcterms:modified xsi:type="dcterms:W3CDTF">2026-04-10T05:14:50Z</dcterms:modified>
</cp:coreProperties>
</file>